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of the talk: preprocessing — not the algorithm — drove the wins here. The single biggest improvement in the whole project (impact error 111x -&gt; 2.7x) is a missing-value decision, not a model change. Every number is from our own metrics/ and streamlit_eda/experiments/ JSON, evaluated on a held-out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I separate CLASSIFICATION effects (macro/weighted F1) from REGRESSION effects (log-MAE / error factor) the whole way through, because different steps help different models. I'll also show negative results and a validated-but-unshipped win — evidence of real ablation, not cherry-picking.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 left-to-right. The green banner is the leakage guarantee — every fitted transform is fit on train only. The amber 'lat/lon median impute' chip is the one I flag (it's fit per-split offline, but never runs at serve time since the caller supplies coords).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fact governs the rest of the imputation story. When 4 in 5 rows have no real coordinates, how you fill them is an outcome-relevant modelling decision, not cosmetic.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strength to show, not hide: an experiment with a clean KEEP verdict that hasn't shipped. Risk-free to deploy because lat/lon is caller-supplied at inference — only the training fill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Research-maturity slide: a tested-and-rejected method WITH the reason it fails. Stress that SMOTE was implemented correctly (SMOTENC, in-fold) — it still lost, so the conclusion is about the data, not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Evaluation-integrity teaching moment: the only HONEST way to score is on observed-target rows. Filling the test set the same way you filled training manufactures a fake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adding the disaster-TYPE axis (type-blind regressors gave Flood and Earthquake the same impact at the same coords). Right: dropping fake zeros. Independent axes that compound. This is the single strongest result in the repo and it is 100%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chart is the 'I do controlled experiments' slide. Blue = validated-not-shipped (centroid). Green = shipped. Red = a measured +0.0097 we REJECTED because it's leakage. Grey = discarded within noise or because it regressed. Discipline over chasing deltas.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 two open items confidently. The dedup gap is the biggest threat to the absolute numbers (train 1900-2021 and test 1970-2021 overlap in time). It threatens absolute macro-F1, not the RELATIVE decisions, which all used CV or the honest observed-row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expected impact × confidence. P0 and P1 are the two that change the real picture: P0 ships a known win; P1 tells us how much of 0.7052 is real. The rest is rigor and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separation of classification vs regression effects, and the discipline narrative. For an academic audience the honesty (negative results + self-found gaps)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contamination/dedup answer ready — most likely probe. Owning it (with the fix) is the win, same as the centroid 'validated but unshipped'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A34A"/>
                </a:solidFill>
                <a:latin typeface="Calibri"/>
              </a:rPr>
              <a:t>Preprocessing Deep Dive</a:t>
            </a:r>
          </a:p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Every transform, and how it moved classification F1 and regression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EM-DAT (1900–2021)  ·  XGBoost + CatBoost classifier  ·  per-type XGB/RF regressors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The split &amp; the pipeline order — where every fitted transform sits vs the split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Missing values — 81.7% of rows have no coordinates (the governing fact)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CLASSIFICATION lever — class weights beat SMOTE &amp; inverse-frequency (+0.0123 macro-F1)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REGRESSION lever — drop-null + per-type cut impact error up to 111× → 2.7×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Decision discipline — every choice ablated against a noise floor; leaks caught &amp; rejected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DC2626"/>
                </a:solidFill>
                <a:latin typeface="Calibri"/>
              </a:rPr>
              <a:t>•  Two honest gaps + prioritised fixes (one validated win not yet shipped)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Split — Pre-Materialised, Not Programmatic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Two CSV files ARE the split — no train_test_split for the main model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Train 1900–2021 (14,476 rows, 8 types) · Holdout 1970–2021 (13,070 rows)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random_state=42 on every downstream CV / sub-split / Optuna sampler / SMOTENC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Neither temporal nor geographic structure is respected: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test window (1970–2021) ⊂ train window (1900–2021); same regions in both (by design — encoders must see them)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1605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Sub-split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Used by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Optuna HP search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run_training.py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StratifiedKFold(3) on TRAIN, macro-F1 objective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Minority-strategy CV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train_minority_strategies.py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StratifiedKFold(5) on TRAIN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Weight / threshold tuning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tune_*.py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stratified 50/50 of TEST → val 6,535 / holdout 6,535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Validity:  </a:t>
            </a:r>
            <a:r>
              <a:rPr sz="1500">
                <a:solidFill>
                  <a:srgbClr val="334155"/>
                </a:solidFill>
                <a:latin typeface="Calibri"/>
              </a:rPr>
              <a:t>this tests generalization across event records, not forecasting the future — read macro-F1 as in-distribution (see Problem on Slide 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Order of Operations (where leakage would hide)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331720" cy="566928"/>
          </a:xfrm>
          <a:prstGeom prst="roundRect">
            <a:avLst/>
          </a:prstGeom>
          <a:solidFill>
            <a:srgbClr val="0B3D2E"/>
          </a:solidFill>
          <a:ln>
            <a:solidFill>
              <a:srgbClr val="0B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latin-1 load +
type filter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52928" y="146304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325880"/>
            <a:ext cx="2331720" cy="566928"/>
          </a:xfrm>
          <a:prstGeom prst="roundRect">
            <a:avLst/>
          </a:prstGeom>
          <a:solidFill>
            <a:srgbClr val="0B3D2E"/>
          </a:solidFill>
          <a:ln>
            <a:solidFill>
              <a:srgbClr val="0B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parse_coord +
range mask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87568" y="146304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2331720" cy="5669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lat/lon median
impute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22208" y="146304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1325880"/>
            <a:ext cx="2331720" cy="566928"/>
          </a:xfrm>
          <a:prstGeom prst="roundRect">
            <a:avLst/>
          </a:prstGeom>
          <a:solidFill>
            <a:srgbClr val="0B3D2E"/>
          </a:solidFill>
          <a:ln>
            <a:solidFill>
              <a:srgbClr val="0B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16-feature
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10642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LabelEncoders · region_freq_map · month-mode · class weights — ALL fit on TRAIN only (test → unseen-category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CLASSIFIER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Calibri"/>
              </a:rPr>
              <a:t>REGRESSOR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23317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class sample
weights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52928" y="333756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3200400"/>
            <a:ext cx="23317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Optuna 3-fold
(macro-F1)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00400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targets:
NaN PRESERVED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05088" y="333756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3200400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per-type
drop-null 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77639"/>
            <a:ext cx="23317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fit XGB / CAT
+ weights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52928" y="411480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0" y="3977639"/>
            <a:ext cx="233172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grid-search
ensemble wts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log1p target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05088" y="4114800"/>
            <a:ext cx="38404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3977639"/>
            <a:ext cx="2331720" cy="56692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expm1 + EM-DAT
blend + p99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8348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69848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No feature scaling anywhere:  </a:t>
            </a:r>
            <a:r>
              <a:rPr sz="1500">
                <a:solidFill>
                  <a:srgbClr val="334155"/>
                </a:solidFill>
                <a:latin typeface="Calibri"/>
              </a:rPr>
              <a:t>every model is a tree (XGB / CatBoost / RandomForest) → scale-invariant. Inference rebuilds the identical 16-feature vector; coord imputation never runs at serve time (lat/lon is supplied).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Data Cleaning — the Correctness Preconditions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9768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Encoding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read_csv(encoding='latin-1')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raw export has °C, mojibake Â°C, accented names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Type normalize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Disaster Type .str.strip(); keep 8 types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CSV stores 'Extreme temperature ' (trailing space)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Coordinate parse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regex '34.01 N' / '78.46 W' → signed float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274 rows store directional strings, not floats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Impossible values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lat∉[−90,90] / lon∉[−180,180] → NaN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DMS artefacts stored as 36100.0 etc.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Magnitude → numeric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to_numeric(coerce).fillna(0) + has_magnitude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present in only ~38% of rows; absence is signal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Target sign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targets .clip(lower=0)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 negative deaths / damage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Deduplication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not performed — flagged on Slide 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Not an ablation arm:  </a:t>
            </a:r>
            <a:r>
              <a:rPr sz="1500">
                <a:solidFill>
                  <a:srgbClr val="334155"/>
                </a:solidFill>
                <a:latin typeface="Calibri"/>
              </a:rPr>
              <a:t>cleaning is a correctness precondition, not a measured delta — but the coord parse + range mask feed directly into the imputation quality measured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Missing Values — the Governing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DC2626"/>
                </a:solidFill>
                <a:latin typeface="Calibri"/>
              </a:rPr>
              <a:t>•  81.7% of TRAIN rows have no usable lat/lon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filled by country → continent → global median chain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So raw latitude/longitude are mostly imputed constants per country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→ a BETTER coordinate fill moves the needle (next slide);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→ lat/lon-derived geo features add little (Slide 13)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has_magnitude missingness indicator preserves the 'value absent' bit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→ top-2 SHAP feature; drives Earthquake F1 = 0.976</a:t>
            </a:r>
          </a:p>
        </p:txBody>
      </p:sp>
      <p:pic>
        <p:nvPicPr>
          <p:cNvPr id="5" name="Picture 4" descr="04_coord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6035040" cy="3628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MEASURED · CLASSIFICATION + REGRESSION
</a:t>
            </a:r>
            <a:r>
              <a:rPr sz="2600" b="1">
                <a:solidFill>
                  <a:srgbClr val="FFFFFF"/>
                </a:solidFill>
                <a:latin typeface="Calibri"/>
              </a:rPr>
              <a:t>Coordinate Imputation — a Validated, Unshipped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Clean A/B: median chain vs curated ISO3 centroids (fills 11,707 / 11,822)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CLASSIFICATION: macro-F1 0.7285 → 0.7452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+0.0167 &gt; CV-std 0.008 → KEEP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REGRESSION: mean log-MAE 2.3526 → 2.3215</a:t>
            </a:r>
          </a:p>
          <a:p>
            <a:pPr lvl="1">
              <a:spcAft>
                <a:spcPts val="11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(all four impact targets improved)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•  Minorities gain most: Wildfire +0.056, Volcanic +0.029</a:t>
            </a:r>
          </a:p>
        </p:txBody>
      </p:sp>
      <p:pic>
        <p:nvPicPr>
          <p:cNvPr id="5" name="Picture 4" descr="05_centr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91640"/>
            <a:ext cx="6309360" cy="31257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80759"/>
            <a:ext cx="1069848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Status:  </a:t>
            </a:r>
            <a:r>
              <a:rPr sz="1500">
                <a:solidFill>
                  <a:srgbClr val="334155"/>
                </a:solidFill>
                <a:latin typeface="Calibri"/>
              </a:rPr>
              <a:t>validated but NOT in run_training.py yet — the highest-confidence un-deployed preprocessing win in the repo (Recommendation P0).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Outliers &amp; Skew — Cap Statistics, Not the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Impact is right-skewed ~100×+ (Flood mean deaths 1,735 vs median 16)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Genuine extreme events carry the signal — they must NOT be clipped away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B3D2E"/>
                </a:solidFill>
                <a:latin typeface="Calibri"/>
              </a:rPr>
              <a:t>•  Three mechanisms, none touching the rows fed to the trees: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log1p target transform — the primary regression skew fix (expm1 at predict)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per-type p99 cap on EM-DAT MEDIANS — one tsunami can't inflate a small country's median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per-type p99 ceilings on impact OUTPUTS — guards against absurd over-prediction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No input-feature winsorizing — trees are split-invariant, so none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Classification vs regression:  </a:t>
            </a:r>
            <a:r>
              <a:rPr sz="1500">
                <a:solidFill>
                  <a:srgbClr val="334155"/>
                </a:solidFill>
                <a:latin typeface="Calibri"/>
              </a:rPr>
              <a:t>skew handling is a REGRESSION concern (log1p targets). The classifier is unaffected — trees split on thresholds regardless of input skew.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Categorical Encoding &amp; the Scaling No-Op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Label-encode continent(5) / region(23) / country(225); unseen → 0 at test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historical_freq = FREQUENCY encoding (train event count per region) + log1p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No target/mean encoding → no per-fold target-encoding leakage surface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Ordinal country codes are safe ONLY because every consumer is a tree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•  CatBoost gets the same float matrix — native cat_features raises on float arrays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50876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28016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Needs scaling?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In project?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XGBoost (clf + reg)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✓ used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CatBoost (clf)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✓ used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RandomForest (reg)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✓ used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3D2E"/>
                          </a:solidFill>
                          <a:latin typeface="Calibri"/>
                        </a:rPr>
                        <a:t>Logistic / SVM / SVR / KNN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✗ not used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Scaling delta = 0:  </a:t>
            </a:r>
            <a:r>
              <a:rPr sz="1500">
                <a:solidFill>
                  <a:srgbClr val="334155"/>
                </a:solidFill>
                <a:latin typeface="Calibri"/>
              </a:rPr>
              <a:t>no StandardScaler/RobustScaler anywhere — a no-op for the all-tree stack. It becomes mandatory the day a linear/distance model is added (Recommendation P7).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CLASSIFICATION LEVER
</a:t>
            </a:r>
            <a:r>
              <a:rPr sz="2600" b="1">
                <a:solidFill>
                  <a:srgbClr val="FFFFFF"/>
                </a:solidFill>
                <a:latin typeface="Calibri"/>
              </a:rPr>
              <a:t>Class Imbalance — Weights Beat Resampling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Macro-F1 is PRIMARY so minorities (Volcanic 222, Landslide 713) count equally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•  Hand-tuned sample weights SHIPPED: +0.0123 macro-F1 (the only v4.1→v4.2 change)</a:t>
            </a:r>
          </a:p>
          <a:p>
            <a:pPr lvl="1">
              <a:spcAft>
                <a:spcPts val="11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Drought +0.056, Landslide +0.013, Wildfire +0.010; no majority regression &gt;0.02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0B3D2E"/>
                </a:solidFill>
                <a:latin typeface="Calibri"/>
              </a:rPr>
              <a:t>•  SMOTE was done RIGHT — SMOTENC, cat-idx [5,6,7,11,14], in-fold only…</a:t>
            </a:r>
          </a:p>
          <a:p>
            <a:pPr lvl="1">
              <a:spcAft>
                <a:spcPts val="11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…and still HURT (−0.0324; Landslide −0.12): scattered minorities → implausible synthetics</a:t>
            </a:r>
          </a:p>
        </p:txBody>
      </p:sp>
      <p:pic>
        <p:nvPicPr>
          <p:cNvPr id="5" name="Picture 4" descr="03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6035040" cy="35908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80759"/>
            <a:ext cx="1069848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Why minorities are hard:  </a:t>
            </a:r>
            <a:r>
              <a:rPr sz="1500">
                <a:solidFill>
                  <a:srgbClr val="334155"/>
                </a:solidFill>
                <a:latin typeface="Calibri"/>
              </a:rPr>
              <a:t>it's a feature-separability problem (Landslide overlaps Flood/Storm in lat/lon/season), not a row-count problem — synthetic interpolation makes it worse.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REGRESSION LEVER
</a:t>
            </a:r>
            <a:r>
              <a:rPr sz="2600" b="1">
                <a:solidFill>
                  <a:srgbClr val="FFFFFF"/>
                </a:solidFill>
                <a:latin typeface="Calibri"/>
              </a:rPr>
              <a:t>Target Handling — 'Null' Is Not 'Zero'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0">
                <a:solidFill>
                  <a:srgbClr val="334155"/>
                </a:solidFill>
                <a:latin typeface="Calibri"/>
              </a:rPr>
              <a:t>•  Old regressors filled null targets with 0 — but 73% of injuries/damage are nulls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DC2626"/>
                </a:solidFill>
                <a:latin typeface="Calibri"/>
              </a:rPr>
              <a:t>•  Model learns ≈0, then mispredicts real events (injuries=1 next to $1B damage)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16A34A"/>
                </a:solidFill>
                <a:latin typeface="Calibri"/>
              </a:rPr>
              <a:t>•  Drop-null (train only on observed rows) wins on EVERY target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The trap: scoring on a median-FILLED holdout makes a broken model look great</a:t>
            </a: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–  (damage MAE 0.83 'illusion' vs 1.66 honest)</a:t>
            </a:r>
          </a:p>
        </p:txBody>
      </p:sp>
      <p:pic>
        <p:nvPicPr>
          <p:cNvPr id="5" name="Picture 4" descr="02_fill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83080"/>
            <a:ext cx="6309360" cy="35003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THE BIGGEST IMPROVEMENT IN THE PROJECT
</a:t>
            </a:r>
            <a:r>
              <a:rPr sz="2600" b="1">
                <a:solidFill>
                  <a:srgbClr val="FFFFFF"/>
                </a:solidFill>
                <a:latin typeface="Calibri"/>
              </a:rPr>
              <a:t>Two Independent Regression Wins, Combined</a:t>
            </a:r>
          </a:p>
        </p:txBody>
      </p:sp>
      <p:pic>
        <p:nvPicPr>
          <p:cNvPr id="4" name="Picture 3" descr="07_type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486400" cy="3447065"/>
          </a:xfrm>
          <a:prstGeom prst="rect">
            <a:avLst/>
          </a:prstGeom>
        </p:spPr>
      </p:pic>
      <p:pic>
        <p:nvPicPr>
          <p:cNvPr id="5" name="Picture 4" descr="01_regression_wi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760720" cy="32582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97879"/>
            <a:ext cx="10698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Combined (per-type + drop-null), shipped:  </a:t>
            </a:r>
            <a:r>
              <a:rPr sz="1500">
                <a:solidFill>
                  <a:srgbClr val="334155"/>
                </a:solidFill>
                <a:latin typeface="Calibri"/>
              </a:rPr>
              <a:t>damage error 111× → 2.7×, affected 24.5× → 4.3×, injuries 9× → 2.8×, deaths 2.8× → 1.9× — entirely a preprocessing/structure change, classifier untouched.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Decision Discipline — Ablate Against a Noise Floor</a:t>
            </a:r>
          </a:p>
        </p:txBody>
      </p:sp>
      <p:pic>
        <p:nvPicPr>
          <p:cNvPr id="4" name="Picture 3" descr="06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34440"/>
            <a:ext cx="6766560" cy="32607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9788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A34A"/>
                </a:solidFill>
                <a:latin typeface="Calibri"/>
              </a:rPr>
              <a:t>Rule:  </a:t>
            </a:r>
            <a:r>
              <a:rPr sz="1500">
                <a:solidFill>
                  <a:srgbClr val="334155"/>
                </a:solidFill>
                <a:latin typeface="Calibri"/>
              </a:rPr>
              <a:t>keep a step iff holdout_gain &gt; baseline CV-std. Tempting gains were rejected when they were leaks (per-scale magnitude +0.0097 — Dis Mag Scale ≈ the label for 93% of rows) or within noise (geo −0.0006).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ECACA"/>
                </a:solidFill>
                <a:latin typeface="Calibri"/>
              </a:rPr>
              <a:t>CROSS-CUTTING
</a:t>
            </a:r>
            <a:r>
              <a:rPr sz="2600" b="1">
                <a:solidFill>
                  <a:srgbClr val="FFFFFF"/>
                </a:solidFill>
                <a:latin typeface="Calibri"/>
              </a:rPr>
              <a:t>Leakage Audit — Two Honest Open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Encoders / freq-map / weights fit on TRAIN 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✓ clean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SMOTENC in training fold only; val &amp; holdout never resampled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✓ clean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Target drop-null / log1p (targets only)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✓ clean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Per-scale magnitude leak (Dis Mag Scale ≈ label)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✓ caught &amp; rejected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frac_* label-distribution features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✓ caught &amp; dropped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lat/lon median impute fit PER-SPLIT (not train-only)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⚠ minor — never runs at serve time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Cross-file train↔test row deduplication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✗ NOT done — unquantified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Calibri"/>
              </a:rPr>
              <a:t>Earthquake F1 = 0.976 is NOT a leak:  </a:t>
            </a:r>
            <a:r>
              <a:rPr sz="1500">
                <a:solidFill>
                  <a:srgbClr val="334155"/>
                </a:solidFill>
                <a:latin typeface="Calibri"/>
              </a:rPr>
              <a:t>it's the dense Richter magnitude channel (has_magnitude / dis_mag_value). The genuinely leaky signal (Dis Mag Scale) was identified and kept out of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Preprocessing → Performance, in One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00400"/>
                <a:gridCol w="329184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CLASSIFICATION (Δ macro-F1)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REGRESSION (Δ log-MAE / factor)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Measured?</a:t>
                      </a:r>
                    </a:p>
                  </a:txBody>
                  <a:tcPr marL="64008" marR="64008" marT="18288" marB="18288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Centroid coord impute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+0.0167 (KEEP, unshipped)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−0.0311 mean (all 4 down)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Hand-tuned class weights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+0.0123 (SHIPPED)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Drop-null targets (vs fill-0)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damage 111× → 4.1× (global)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Per-type regressors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mean 2.353 → 1.836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Per-type + drop-null (shipped)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damage 111× → 2.7×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Feature scaling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0 (no-op)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0 (no-op)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SMOTENC / balanced-inv-freq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−0.032 / −0.077 (discard)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Per-scale magnitude (leak)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+0.0097 — REJECTED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943600"/>
            <a:ext cx="1106424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Calibri"/>
              </a:rPr>
              <a:t>No RMSE/R² stored:  </a:t>
            </a:r>
            <a:r>
              <a:rPr sz="1500">
                <a:solidFill>
                  <a:srgbClr val="334155"/>
                </a:solidFill>
                <a:latin typeface="Calibri"/>
              </a:rPr>
              <a:t>regression is reported as log1p-MAE on observed rows (↔ multiplicative error factor) — RMSE would be swamped by mega-events; R² is uninformative under 27–68% coverage. Adding back-transformed RMSE/R² is Recommendation P3.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Recommendations — Highest Ceiling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P0 · Ship centroid coordinate imputation — already validated (+0.0167 macro, −0.0311 log-MAE); risk-free at inference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 P1 · Deduplicate train vs test before trusting the holdout — biggest threat to every absolute number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P2 · Re-tune the inference blend (still 70% EM-DAT) now that per-type regressors are strong; reconcile coverage constants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P3 · Add back-transformed RMSE/R² per type to the regressor validation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P4 · Keep class_weight; do NOT revisit SMOTE — data already answered this; next minority lever is better features / focal loss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P5 · Fix two train/serve skews (month-mode at serve; heavy-vs-light regressor bundle)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P6 · Encapsulate build_features in ONE transformer (it's hand-duplicated across ≥6 files)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•  P7 · Only if a linear/distance model is added: RobustScaler + target/hashing encoders, in-CV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0B3D2E"/>
                </a:solidFill>
                <a:latin typeface="Calibri"/>
              </a:rPr>
              <a:t>•  Preprocessing, not the algorithm, drove the wins. The biggest single improvement (impact error 111× → 2.7×) is a missing-value + structure decision.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Classification and regression need different levers: class weights lifted macro-F1; drop-null + per-type + log1p cut regression error. Scaling helped neither (all trees).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Negative results are results: SMOTE, inverse-frequency, geo features, per-class thresholds — all tested, measured, and rejected against a noise floor.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Honesty: a validated win not yet shipped (centroid), a leak caught (Dis Mag Scale), and a dedup gap I won't hide — each with a concrete fix.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A34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Anticipated questions: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Is 0.7052 macro-F1 real?  →  In-distribution upper bound; train/test windows overlap and aren't deduped (P1).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not oversample?  →  Tested SMOTENC (done right, in-fold): −0.0324 macro; Landslide −0.12. Weights won.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Biggest single win?  →  Per-type + drop-null regressors: impact error 111× → 2.7×. Pure preprocessing.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Why no scaling?  →  Every model is a tree (XGB/CatBoost/RF) — scale-invariant; scaling is a measured no-op.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•  One thing to ship tomorrow?  →  Centroid coordinate imputation — already validated +0.0167 macro-F1.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  <a:latin typeface="Calibri"/>
              </a:rPr>
              <a:t>Full write-up: docs/PREPROCESSING_DEEP_DIVE.md   ·   Data: EM-DAT (1900–2021)   ·   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