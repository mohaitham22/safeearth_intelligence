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I'll argue you can predict this model's per-class accuracy from two data properties alone (correlation 0.85), and that one headline metric is inflated by a data leak I'll show you. This is a data-science talk, not a product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them the talk has a critical spine on purpose — negative results and self-found bugs are the evidence of real analysis. Every number is from this project's own data, extracted or computed by replaying the feature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Faculty respect provenance. Admitting the stub notebook up front buys credibility for everything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 know which columns are features vs leaks vs metadata' slide. Keep brisk.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punchline: it's not row count, it's signal — next two slides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ideas: skew justifies median; and the zero-spike is masked missingness.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slide. Earthquake wins on a near-complete distinct Richter signal; Landslide/Volcanic lose because their feature is absent and they overlap floods/storms spatially. This frames why resampling fails and what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Pre-empts 'did you check relevance beyond importances?' — yes: MI and 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Research-maturity slide: a tested-and-rejected result WITH the reason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single piece of analysis in the repo. The 'evaluation trap' is a great teaching moment — how you fill the test set can manufacture a false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calmly and confidently — finding it is a strength, not a confession. This is the most likely probe; owning it is the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slide, big credibility: 'I audit my own outputs.'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Model 1 per-class F1 (macro vs weighted gap). Right: Model 3's 97%-Low imbalance — why risk level is COMPUTED, not classified. The data, not the algorithm, dictates each model's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expected impact. #1 and #2 are the only two that move the real ceiling; the rest are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rigor and honesty — the differentiator for an academic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contamination answer ready — most likely probe; owning it is the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Exploratory Data Analysis — Deep Dive</a:t>
            </a:r>
          </a:p>
          <a:p>
            <a:pPr algn="ctr"/>
            <a:r>
              <a:rPr sz="1900" b="0">
                <a:solidFill>
                  <a:srgbClr val="CBD5E1"/>
                </a:solidFill>
                <a:latin typeface="Calibri"/>
              </a:rPr>
              <a:t>What the data says, and how it shapes (and limits) the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EM-DAT (1900–2021, 16,126 events)  ·  XGBoost + CatBoost + RandomForest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The data — what one row is, and why that single fact governs everything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Three data-quality stories — imbalance, skew, class-conditional missingness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The thesis — data quality predicts per-class accuracy (r = 0.85)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What we did — imbalance handling &amp; the regressor fix (with the negative results)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DC2626"/>
                </a:solidFill>
                <a:latin typeface="Calibri"/>
              </a:rPr>
              <a:t>•  Two problems I found — train/test contamination, and a median-aggregation bug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Prioritised gaps — what to fix next, highest-ceiling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Dataset &amp; the Unit of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Source: EM-DAT International Disaster Database — the standard global registry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One row = one declared disaster event, curated AFTER the fact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•  Impact columns (deaths, affected, damage) are POST-EVENT accounting totals —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–  knowable only after the event we claim to predict (drives the leakage analysis)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Scope: global — ~225 countries, 23 regions, 5 continents, 1900–2021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29768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310896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Raw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Modeled (8 types)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Dropped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Train (1900–2021)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16,126 × 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14,476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1,650 (10.2%)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Test (1970–2021)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14,644 × 47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13,070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Why it matters:  </a:t>
            </a:r>
            <a:r>
              <a:rPr sz="1500">
                <a:solidFill>
                  <a:srgbClr val="334155"/>
                </a:solidFill>
                <a:latin typeface="Calibri"/>
              </a:rPr>
              <a:t>post-event totals are the half of the data the model is NOT allowed to know at prediction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Where the EDA Actually Lives (provenance)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C2626"/>
                </a:solidFill>
                <a:latin typeface="Calibri"/>
              </a:rPr>
              <a:t>•  notebooks/01_eda.ipynb is a one-cell stub — ZERO executed analysis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•  The real EDA is distributed across four artifacts: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68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actually contains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scripts/inspect_data.py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Inventory / missingness / cardinality (data-dictionary substitute)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streamlit_eda/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Interactive EDA app — the quality→accuracy thesis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SafeEarth_ML_Report.ipynb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62 cells; LOADS the production .pkl artifacts; reproduces every metric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streamlit_eda/experiments/ + metrics/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Isolated experiments &amp; the decision paper-trail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52159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Note:  </a:t>
            </a:r>
            <a:r>
              <a:rPr sz="1500">
                <a:solidFill>
                  <a:srgbClr val="334155"/>
                </a:solidFill>
                <a:latin typeface="Calibri"/>
              </a:rPr>
              <a:t>figures tagged “computed” were produced fresh by replaying engineer_features on the raw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From 45 Columns to 16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45 raw columns → a 16-feature model input (27 object / 14 float / 4 int dtypes)</a:t>
            </a:r>
          </a:p>
          <a:p>
            <a:pPr lvl="1">
              <a:spcAft>
                <a:spcPts val="13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–  Most “numeric” impact + coordinate fields arrive as text → need coercion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Predictive: geography (lat/lon/encoded), time (decade, month sin/cos), magnitude + has_magnitude flag, regional frequency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•  Deliberately EXCLUDED to avoid leakage:</a:t>
            </a:r>
          </a:p>
          <a:p>
            <a:pPr lvl="1">
              <a:spcAft>
                <a:spcPts val="13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–  impact columns · Dis Mag Scale · Disaster Subtype · Associated Dis (all post-event or target-revealing)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•  day_offset is constant 0 in training → a dead feature at fit time (revisited Slide 13)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Class Imbalance — the 21:1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•  Imbalance ≈ 21:1 (Flood : Volcanic)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Flood + Storm = 69% of all rows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Constant-“Flood” baseline ≈ 38% accuracy</a:t>
            </a:r>
          </a:p>
          <a:p>
            <a:pPr lvl="1">
              <a:spcAft>
                <a:spcPts val="1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–  → accuracy / weighted-F1 are useless here; macro-F1 is the binding metric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•  Subtlety: hardest ≠ smallest —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Volcanic (265) BEATS Landslide (776) on F1 (0.67 vs 0.48). Size is the weaker driver.</a:t>
            </a:r>
          </a:p>
        </p:txBody>
      </p:sp>
      <p:pic>
        <p:nvPicPr>
          <p:cNvPr id="5" name="Picture 4" descr="01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6492240" cy="4107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Impact Is Skewed 100×–1,400× → Median, Never Mean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91440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Deaths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1,576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263×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Affected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558,521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1,396×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Injured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531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Damage ('000$)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262,559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∞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31884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617720"/>
            <a:ext cx="11064240" cy="6858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59"/>
            <a:ext cx="10698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Median 0 = missingness, not zeros:  </a:t>
            </a:r>
            <a:r>
              <a:rPr sz="1500">
                <a:solidFill>
                  <a:srgbClr val="334155"/>
                </a:solidFill>
                <a:latin typeface="Calibri"/>
              </a:rPr>
              <a:t>injuries/damage are 26%/36% present, coerced to 0 — the time-bomb the regressors step on (Slide 14).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Missingness Is the Headline Data-Quality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Reliable: Country 100%, Start Month 98%, Affected 71%, Deaths 70%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DC2626"/>
                </a:solidFill>
                <a:latin typeface="Calibri"/>
              </a:rPr>
              <a:t>•  Sparse: Damage 36%, Magnitude 34%, Injuries 26%, Coords ~19%, Insured 8%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•  Most missingness is MNAR (recorded when severe), not MCAR</a:t>
            </a:r>
          </a:p>
          <a:p>
            <a:pPr lvl="1">
              <a:spcAft>
                <a:spcPts val="13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→ biases impact models low; imputation is not innocent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Only ~19% have real coordinates — 81% imputed to centroids (Slide 12)</a:t>
            </a:r>
          </a:p>
        </p:txBody>
      </p:sp>
      <p:pic>
        <p:nvPicPr>
          <p:cNvPr id="5" name="Picture 4" descr="03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400800" cy="34976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Magnitude Coverage Is Class-Conditional (key insight)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Magnitude carries the MOST information about type (mutual information 0.503 — top of 16 features)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…but recorded on different scales (Richter / Kph / Km² / °C) and present 94% for Earthquake, ~1% for Landslide/Volcanic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The engineered has_magnitude flag turns MNAR-missingness into the strongest LINEAR separator (ANOVA F = 655)</a:t>
            </a:r>
          </a:p>
        </p:txBody>
      </p:sp>
      <p:pic>
        <p:nvPicPr>
          <p:cNvPr id="5" name="Picture 4" descr="04_mag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492240" cy="40975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Hold this chart —  </a:t>
            </a:r>
            <a:r>
              <a:rPr sz="1500">
                <a:solidFill>
                  <a:srgbClr val="334155"/>
                </a:solidFill>
                <a:latin typeface="Calibri"/>
              </a:rPr>
              <a:t>the next slide shows it predicts the model's per-class accuracy almost perfectly.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THE MONEY SLIDE
</a:t>
            </a:r>
            <a:r>
              <a:rPr sz="2600" b="1">
                <a:solidFill>
                  <a:srgbClr val="FFFFFF"/>
                </a:solidFill>
                <a:latin typeface="Calibri"/>
              </a:rPr>
              <a:t>The Thesis: Data Quality Predicts Accuracy</a:t>
            </a:r>
          </a:p>
        </p:txBody>
      </p:sp>
      <p:pic>
        <p:nvPicPr>
          <p:cNvPr id="4" name="Picture 3" descr="05_thesi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07008"/>
            <a:ext cx="7498079" cy="46009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The takeaway:  </a:t>
            </a:r>
            <a:r>
              <a:rPr sz="1500">
                <a:solidFill>
                  <a:srgbClr val="334155"/>
                </a:solidFill>
                <a:latin typeface="Calibri"/>
              </a:rPr>
              <a:t>signal availability — not algorithm or row count (corr with size only 0.46) — sets the per-class ceiling. The model is only as strong as its rarest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Feature → Target Separability (bivariate evidence)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  <a:gridCol w="429768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Rank by Mutual Information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Rank by ANOVA F (linear)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dis_mag_value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0.503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has_magnitude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655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latitude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0.430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abs_latitude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abs_latitude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0.420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lon_cos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longitude / lon_sin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~0.42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decade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country_enc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0.363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continent_enc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3D2E"/>
                          </a:solidFill>
                          <a:latin typeface="Calibri"/>
                        </a:rPr>
                        <a:t>day_offset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day_offset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334155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Magnitude dominates non-linear information; its presence FLAG dominates linear separation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Geography is a strong secondary; season is weak-but-real; day_offset is dead at training (MI 0 / F NaN)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Geography — 81% Imputed, and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Only 18.8% of events have raw coordinates → 81% imputed country→continent→global median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Coverage is class-conditional: Earthquake 97%, but Extreme-temp / Wildfire / Drought = 0% raw coords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–  → pinned to one country centroid, collapsing within-country variance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•  Imputation is OUTCOME-relevant, not cosmetic: centroid imputation moved holdout macro-F1</a:t>
            </a:r>
          </a:p>
          <a:p>
            <a:pPr lvl="1"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–  0.7285 → 0.7452 (+0.0167 &gt; CV-std 0.008 → KEEP), filling 11,707 of 11,822 missing-coord rows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Reporting drift: floods 524 (1980s) → 1,725 (2000s) = 3.3× — climate AND reporting, confounded; decade bakes the era-bias 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Imbalance Handling — Weights Beat Resampling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Every resampling strategy REGRESSED holdout macro-F1 —</a:t>
            </a:r>
          </a:p>
          <a:p>
            <a:pPr lvl="1">
              <a:spcAft>
                <a:spcPts val="11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the bottleneck is missing signal, not missing rows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DC2626"/>
                </a:solidFill>
                <a:latin typeface="Calibri"/>
              </a:rPr>
              <a:t>•  SMOTE is methodologically invalid here:</a:t>
            </a:r>
          </a:p>
          <a:p>
            <a:pPr lvl="1">
              <a:spcAft>
                <a:spcPts val="11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5 of 16 features are encoded categoricals — interpolating country_enc(Egypt)↔(Peru) invents a country that doesn't exist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•  Chosen weights up-weight hard classes: Drought 4.0, Landslide/Volcanic 3.0, Wildfire 2.5</a:t>
            </a:r>
          </a:p>
        </p:txBody>
      </p:sp>
      <p:pic>
        <p:nvPicPr>
          <p:cNvPr id="5" name="Picture 4" descr="06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217920" cy="3631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Regressor Fix — Per-Type + Drop-Null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Original regressors were type-blind AND trained on fake zeros (median injuries/damage = 0)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•  Two independent wins: add the disaster-TYPE axis + DROP fake zeros</a:t>
            </a:r>
          </a:p>
          <a:p>
            <a:pPr>
              <a:spcAft>
                <a:spcPts val="13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Validated on an honest holdout (observed-target rows only)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DC2626"/>
                </a:solidFill>
                <a:latin typeface="Calibri"/>
              </a:rPr>
              <a:t>•  Exposed an evaluation trap: median-filling the HOLDOUT too makes a broken model look great (injuries 0.45 vs honest 1.28)</a:t>
            </a:r>
          </a:p>
        </p:txBody>
      </p:sp>
      <p:pic>
        <p:nvPicPr>
          <p:cNvPr id="5" name="Picture 4" descr="07_regres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6309360" cy="35521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ECACA"/>
                </a:solidFill>
                <a:latin typeface="Calibri"/>
              </a:rPr>
              <a:t>PROBLEM #1
</a:t>
            </a:r>
            <a:r>
              <a:rPr sz="2600" b="1">
                <a:solidFill>
                  <a:srgbClr val="FFFFFF"/>
                </a:solidFill>
                <a:latin typeface="Calibri"/>
              </a:rPr>
              <a:t>Train/Test Contamination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The “holdout” 1970–2021 file is a STRICT SUBSET of the 1900–2021 train file — same export, windowed twice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DC2626"/>
                </a:solidFill>
                <a:latin typeface="Calibri"/>
              </a:rPr>
              <a:t>•  Computed: 100.0% of the 14,644 test rows share an EM-DAT (Year, Seq) event id with a train row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→ the model sees every evaluation event during fit()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So Macro-F1 0.7052 is IN-SAMPLE — an upper bound, not generalization</a:t>
            </a:r>
          </a:p>
          <a:p>
            <a:pPr>
              <a:spcAft>
                <a:spcPts val="12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It voids the absolute numbers, not the relative decisions (those used CV / honest holdout)</a:t>
            </a:r>
          </a:p>
        </p:txBody>
      </p:sp>
      <p:pic>
        <p:nvPicPr>
          <p:cNvPr id="5" name="Picture 4" descr="08_conta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37360"/>
            <a:ext cx="6035040" cy="3519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80759"/>
            <a:ext cx="1069848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Fix (Slide 19 #1):  </a:t>
            </a:r>
            <a:r>
              <a:rPr sz="1500">
                <a:solidFill>
                  <a:srgbClr val="334155"/>
                </a:solidFill>
                <a:latin typeface="Calibri"/>
              </a:rPr>
              <a:t>re-split by (Year, Seq) or by time, then re-evaluate; expect macro-F1 to fall toward ~0.6.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ECACA"/>
                </a:solidFill>
                <a:latin typeface="Calibri"/>
              </a:rPr>
              <a:t>PROBLEM #2
</a:t>
            </a:r>
            <a:r>
              <a:rPr sz="2600" b="1">
                <a:solidFill>
                  <a:srgbClr val="FFFFFF"/>
                </a:solidFill>
                <a:latin typeface="Calibri"/>
              </a:rPr>
              <a:t>Median Fails on Small Cells (a live analytics bug)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The “median, never mean” rule protects GLOBAL aggregates — but it's applied per-cell with no minimum-support guard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C2626"/>
                </a:solidFill>
                <a:latin typeface="Calibri"/>
              </a:rPr>
              <a:t>•  continent_stats.json reports Europe drought deaths = 600,001</a:t>
            </a:r>
          </a:p>
          <a:p>
            <a:pPr lvl="1">
              <a:spcAft>
                <a:spcPts val="1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–  That “median” is over only ~2 observed European-drought death rows, dominated by the 1921 Soviet famine (1.2 M deaths)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•  Median is robust to outliers — NOT to tiny samples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Fix: apply the same n ≥ 5 guard the EM-DAT impact lookup already uses — but doesn't apply to continent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EDA → Model Impact, in One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20624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Insight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21:1 imbalance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majority bias → macro-F1 the honest read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class weights; report macro-F1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class-conditional magnitude (r=0.85)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sets the per-class ceiling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has_magnitude flag; BACKFILL magnitude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100×–1400× impact skew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breaks linear/distance models; trees survive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log1p targets; tree ensemble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fake-zero, type-blind regressors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error up to 111×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per-type + drop-null → 2.7×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VIF 12–21, r up to 0.94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harmless for trees, fatal for LR/SVM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drop day_offset; prune if linear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outliers = genuine catastrophes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clipping destroys the key signal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log1p + per-type P99 display cap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train/test contamination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inflates every headline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re-split, re-evaluate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80759"/>
            <a:ext cx="10698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The recurring lesson:  </a:t>
            </a:r>
            <a:r>
              <a:rPr sz="1500">
                <a:solidFill>
                  <a:srgbClr val="334155"/>
                </a:solidFill>
                <a:latin typeface="Calibri"/>
              </a:rPr>
              <a:t>trees were the right call — collinear, mixed-unit, outlier-dominated, high-cardinality data breaks LR/SVM/SVR/KNN; trees absorb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Model Scoreboard — What the Data Permits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3840480"/>
                <a:gridCol w="3566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Headline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1 · Disaster Type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8-class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Macro-F1 0.705 · Wtd 0.759 · AUC 0.962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strong; EQ 0.98, Landslide 0.48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2 · Impact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4 regressors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mean log-R² 0.377 · orig-R² ≈ 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location signal; type from EM-DAT medians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3 · Risk level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4-class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Macro-F1 0.534 vs Wtd 0.946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97% Low; recall 0.92 / precision 0.24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9_per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63240"/>
            <a:ext cx="5806440" cy="3062103"/>
          </a:xfrm>
          <a:prstGeom prst="rect">
            <a:avLst/>
          </a:prstGeom>
        </p:spPr>
      </p:pic>
      <p:pic>
        <p:nvPicPr>
          <p:cNvPr id="6" name="Picture 5" descr="10_risk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54680"/>
            <a:ext cx="5577840" cy="30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Recommendations — Highest Ceiling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 b="1">
                <a:solidFill>
                  <a:srgbClr val="DC2626"/>
                </a:solidFill>
                <a:latin typeface="Calibri"/>
              </a:rPr>
              <a:t>•  1. Fix the split — re-evaluate without contamination. Group by (Year, Seq) or split by time. The only number that matters first.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•  2. Backfill magnitude for Landslide / Volcanic / Drought (VEI, volume index, SPI) — directly attacks the macro-F1 floor (r=0.85)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3. Significance &amp; power: bootstrap CIs on per-class F1; flag underpowered classes (test Critical n=27)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4. Distribution-match / drift audit (PSI/KS) after re-splitting; quantify the decade era-bias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5. Multicollinearity hygiene: compute VIF (done); drop the dead day_offset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6. Real skew/kurtosis + dip-test for bimodality (median can hide bimodal impact)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7. Calibration: the class-weighted ensemble is likely miscalibrated, yet thresholds drive alerts → reliability diagrams + isotonic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8. Grouped / temporal CV for spatial-overfitting; fix the small-cell median bug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900" b="1">
                <a:solidFill>
                  <a:srgbClr val="0B3D2E"/>
                </a:solidFill>
                <a:latin typeface="Calibri"/>
              </a:rPr>
              <a:t>•  The data explains the model. Per-class accuracy is predicted by magnitude coverage at r = 0.85 — signal availability is the ceiling, not the algorithm.</a:t>
            </a:r>
          </a:p>
          <a:p>
            <a:pPr>
              <a:spcAft>
                <a:spcPts val="22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Median, never mean — impact is skewed 100×–1,400× — but median needs a minimum-support guard.</a:t>
            </a:r>
          </a:p>
          <a:p>
            <a:pPr>
              <a:spcAft>
                <a:spcPts val="22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Negative results are results: resampling/SMOTE tested and rejected with reasons; the regressor fix came from a controlled experiment.</a:t>
            </a:r>
          </a:p>
          <a:p>
            <a:pPr>
              <a:spcAft>
                <a:spcPts val="22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I audited my own pipeline and found a contaminated evaluation and a live aggregation bug — with concrete, prioritised fixes.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Anticipated questions: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Is 0.705 real?  →  No — upper bound; contaminated holdout. Honest CV ≈ 0.59.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not oversample?  →  Tested; SMOTE −0.04 macro &amp; invalid on encoded categoricals.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trees over a linear model?  →  VIF 21, mixed-unit magnitude, 100× outliers, 225-level categoricals all break LR/SVM/KNN.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Biggest single improvement?  →  Backfill magnitude for the 3 signal-poor classes (r = 0.85).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Median vs mean concretely?  →  Flood deaths mean 1,735 vs median 16; affected mean/median = 1,396×.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Full write-up: docs/EDA_DEEP_DIVE.md   ·   Data: EM-DAT (1900–2021)   ·   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