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I trained a disaster-prediction model. This talk is about the 90% of engineering that happens AFTER the model — turning a notebook into something thousands of people can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thesis of the whole talk. Land it slowly. Professors care that you understand WHY a backend exists, not just that you wrote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quality if asked: Macro F1 ~ 0.71, Weighted F1 ~ 0.76 on a held-out 1970–2021 test set. The point of THIS slide is serving, not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professors will probe. Lesson: match the solution to real constraints, and degrade gracefully. Own the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this slowly, step by step, naming the real file at each hop. This is where it all clicks. If short on time, cut a component slide, NOT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engineering maturity: not 'I used the trendiest tool' but 'I matched tools to constraints, and I know what I traded away.'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Qs: Why not microservices? (one small app, coupling = simplicity). Model drift? (retrain scripts + versioned bundles, HF hosting). JWT secure? (signed HS256, short expiry; revocation is the known gap). Testing the LLM path? (mock Groq, assert 6 items + fallback). Median vs mean? (disaster data is right-skewed: flood mean 1,735 vs median 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🌍  SafeEarth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6A34A"/>
                </a:solidFill>
                <a:latin typeface="Calibri"/>
              </a:rPr>
              <a:t>Turning an ML Model Into a Real Product</a:t>
            </a:r>
          </a:p>
          <a:p>
            <a:pPr algn="ctr"/>
            <a:r>
              <a:rPr sz="2000" b="0">
                <a:solidFill>
                  <a:srgbClr val="CBD5E1"/>
                </a:solidFill>
                <a:latin typeface="Calibri"/>
              </a:rPr>
              <a:t>Backend &amp; API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Mohamed Haitham  ·  University Presentation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FastAPI · PostgreSQL · XGBoost · RAG (Groq)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0B3D2E"/>
                </a:solidFill>
                <a:latin typeface="Calibri"/>
              </a:rPr>
              <a:t>Natural disasters are predictable from history — but predictions are useless locked in a notebook.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16,126 historical disaster events (EM-DAT, 1900–2021)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A model that estimates type, probability, severity, and human / economic impact for any location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59E0B"/>
                </a:solidFill>
                <a:latin typeface="Calibri"/>
              </a:rPr>
              <a:t>•  But: a model on my laptop helps exactly one person — 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6A34A"/>
                </a:solidFill>
                <a:latin typeface="Calibri"/>
              </a:rPr>
              <a:t>Goal: </a:t>
            </a:r>
            <a:r>
              <a:rPr sz="1900">
                <a:solidFill>
                  <a:srgbClr val="334155"/>
                </a:solidFill>
                <a:latin typeface="Calibri"/>
              </a:rPr>
              <a:t>make ML predictions usable by anyone — a website, a phone, a scheduled alert — safely, reliably, 24/7.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Is SafeEarth?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Predicts natural disasters for any region (XGBoost + SHAP explanations)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Estimates impact: deaths, injuries, affected, economic damage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Recommends safety actions via a RAG + LLM pipeline on official guidelines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Alerts subscribers by email (automated, scheduled)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Forecasts day-by-day risk for the next 30 days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Visualizes global trends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875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Live:  safeearth.tech (frontend)   ·   api.safeearth.tech (backend)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Core Challenge: the Notebook-to-Product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In a notebook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Behind an API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model.predict(X) when I like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A stranger triggers it over the internet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I trust my own inputs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Inputs must be validated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Load .pkl once, in my session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Load once at startup, reuse forever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I eyeball the output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Output is a fixed JSON contract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An error crashes my cell (fine)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An error must be a clean HTTP response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One call at a time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Many concurrent users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D2E"/>
                </a:solidFill>
                <a:latin typeface="Calibri"/>
              </a:rPr>
              <a:t>The backend is everything required to close this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Restaurant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4155"/>
                </a:solidFill>
                <a:latin typeface="Calibri"/>
              </a:rPr>
              <a:t>A backend is a restaurant, not a home kitchen: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47472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Restaurant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In the repo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Dining room &amp; menu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frontend/ (Next.js)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The waiter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API layer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backend/routers/ (FastAPI)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The kitchen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Business logic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backend/services/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The pantry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PostgreSQL via backend/models/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The recipe binder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ML models (loaded once)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backend/saved_models/*.pkl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4748B"/>
                </a:solidFill>
                <a:latin typeface="Calibri"/>
              </a:rPr>
              <a:t>A diner never walks into the kitchen — they place an order and get a dish.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2011680" cy="8229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Browser /
Phone
(Next.js)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57600"/>
            <a:ext cx="201168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3D2E"/>
                </a:solidFill>
                <a:latin typeface="Calibri"/>
              </a:rPr>
              <a:t>n8n
(scheduled
robot)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463040"/>
            <a:ext cx="45720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3D2E"/>
                </a:solidFill>
                <a:latin typeface="Calibri"/>
              </a:rPr>
              <a:t>FastAPI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965960"/>
            <a:ext cx="420624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Routers  →  Auth &amp; Permissions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788920"/>
            <a:ext cx="4206240" cy="64008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Services (business logic)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611880"/>
            <a:ext cx="2011680" cy="6400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ML models
(loaded once)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3611880"/>
            <a:ext cx="2011680" cy="6400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RAG
recommender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709160"/>
            <a:ext cx="4206240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validate → auth → run model → save → reply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965960"/>
            <a:ext cx="3566160" cy="64008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PostgreSQL / Neon (database)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788920"/>
            <a:ext cx="356616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3D2E"/>
                </a:solidFill>
                <a:latin typeface="Calibri"/>
              </a:rPr>
              <a:t>Groq LLM (recommendations)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611880"/>
            <a:ext cx="3566160" cy="6400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Resend / Gmail (email alerts)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434840"/>
            <a:ext cx="3566160" cy="6400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HuggingFace (model files)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4155"/>
                </a:solidFill>
                <a:latin typeface="Calibri"/>
              </a:rPr>
              <a:t>Every request: validate → authenticate → authorize → run model → save → augment → reply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Tech Stack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291840"/>
                <a:gridCol w="53035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API framework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Type hints → validation + docs for free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Uvicorn (ASGI)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Async-native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Pydantic v2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Enforced request / response contracts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PostgreSQL (Neon)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Relational integrity, JSONB, free tier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SQLAlchemy 2.0 async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Python objects ↔ rows, no raw SQL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Migrations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Alembic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Version-controlled schema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JWT + bcrypt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Stateless login, hashed passwords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ML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XGBoost + CatBoost + SHAP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Tabular accuracy + explainability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Groq + PyMuPDF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Grounded LLM recommendations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Hosting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Render · Vercel · Neon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Zero-cost, infra-as-code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1
</a:t>
            </a:r>
            <a:r>
              <a:rPr sz="2800" b="1">
                <a:solidFill>
                  <a:srgbClr val="FFFFFF"/>
                </a:solidFill>
                <a:latin typeface="Calibri"/>
              </a:rPr>
              <a:t>The API Layer (FastAPI)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Turns ordinary typed Python functions into internet-callable endpoints.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81051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@router.post("/predict", response_model=PredictionResponse)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@limiter.limit("60/minute")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async def predict(body: PredictRequest, user = Depends(require_subscriber)):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  return await predictor_service.run_prediction_for_request(...)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50791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Validation is free: latitude outside [-90, 90] → auto 422, before my code runs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Docs are free: interactive Swagger UI at /docs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~30 endpoints across 10 routers (auth, predictions, regions, alerts, …)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Flask (needs bolt-ons for validation + docs) and Django (too heavy for a JSON-only ML API).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2
</a:t>
            </a:r>
            <a:r>
              <a:rPr sz="2800" b="1">
                <a:solidFill>
                  <a:srgbClr val="FFFFFF"/>
                </a:solidFill>
                <a:latin typeface="Calibri"/>
              </a:rPr>
              <a:t>Async /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Each prediction waits on the database, the LLM, and email servers.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6583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result = await db.execute(select(User).where(User.email == email))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9864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Analogy: a good waiter serves tables 2 and 3 while table 1's food cooks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One cheap server handles many concurrent users by overlapping the waits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Critical on a 512 MB free tier — can't afford many worker processes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Celery / a full task queue — overkill; built-in BackgroundTasks + one asyncio loop suffice.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3
</a:t>
            </a:r>
            <a:r>
              <a:rPr sz="2800" b="1">
                <a:solidFill>
                  <a:srgbClr val="FFFFFF"/>
                </a:solidFill>
                <a:latin typeface="Calibri"/>
              </a:rPr>
              <a:t>Persistence — Database + ORM + Migrations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The data layer = a DataFrame that survives restarts and serves many users at once.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04241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row = Prediction(user_id=user_id, disaster_type=..., risk_score=...)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db.add(row); await db.commit()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82696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PostgreSQL (Neon): 9 tables — users, predictions, payments… with FK integrity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SQLAlchemy ORM: rows as Python objects → no SQL injection, type-safe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Alembic migrations = git commits for the schema (reproducible everywhere)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•  Real example: ads table + unsubscribe token added AFTER launch — safely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SQLite (weak concurrency), MongoDB (data is highly relational), raw SQL (injection-prone).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4
</a:t>
            </a:r>
            <a:r>
              <a:rPr sz="2800" b="1">
                <a:solidFill>
                  <a:srgbClr val="FFFFFF"/>
                </a:solidFill>
                <a:latin typeface="Calibri"/>
              </a:rPr>
              <a:t>ML Model Serving — the load-once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Cardinal rule: load the .pkl ONCE at startup, never per request.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4264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async def lifespan(app):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  ml_predictor.load_models(...)   # once, into module-level vars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  yield                           # serve requests, models in 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66744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v4.2 XGBoost + CatBoost soft ensemble + per-type impact regressors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SHAP top-3 explanation returned with every prediction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Memory trick: rebuild SHAP from in-memory model → saves ~300 MB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Models too big for git → downloaded from HuggingFace at startup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A dedicated model server (Triton / SageMaker) — pricier &amp; more complex; in-process is fast enough.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5
</a:t>
            </a:r>
            <a:r>
              <a:rPr sz="2800" b="1">
                <a:solidFill>
                  <a:srgbClr val="FFFFFF"/>
                </a:solidFill>
                <a:latin typeface="Calibri"/>
              </a:rPr>
              <a:t>The RAG Pipeline (+ an honest pivot)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RAG = give the LLM the relevant reference text, then ask it to answer FROM that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Generates 6 grounded safety recommendations per prediction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Original design: ChromaDB + sentence-transformer embeddings (vector RAG)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Reality: that stack pulls in PyTorch (~2 GB) → out-of-memory on the free tier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Pivot: chapter-based retrieval → send the right PDF chapter to Groq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Resilience: Groq down? → fallback to a seeded DB table. Predictions never break.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Full vector RAG (OOM on host) and blind LLM prompting (would hallucinate unsafe advice).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6
</a:t>
            </a:r>
            <a:r>
              <a:rPr sz="2800" b="1">
                <a:solidFill>
                  <a:srgbClr val="FFFFFF"/>
                </a:solidFill>
                <a:latin typeface="Calibri"/>
              </a:rPr>
              <a:t>Authentication &amp;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Authn = who are you (JWT). Authz = what may you do (central permissions).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04241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ROLE_RANK = {"guest": 0, "subscriber": 1, "premium": 2, "admin": 3}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async def predict(..., user = Depends(require_subscriber)):  # 401/403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82696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JWT: signed, tamper-proof token (access 30 min, refresh 7 days)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Passwords hashed with bcrypt — never stored in plaintext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Golden rule: the server is the security boundary; frontend check is UX-only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Dual-credential machine guard: shared secret OR admin JWT (constant-time compare)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Server-side sessions — awkward across split frontend/backend; managed auth — adds cost &amp; lock-in.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7
</a:t>
            </a:r>
            <a:r>
              <a:rPr sz="2800" b="1">
                <a:solidFill>
                  <a:srgbClr val="FFFFFF"/>
                </a:solidFill>
                <a:latin typeface="Calibri"/>
              </a:rPr>
              <a:t>Background Jobs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Work that shouldn't make the user wait, or that runs on a timer.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6583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background_tasks.add_task(email_service.send_verification_email, email, token)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9864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BackgroundTasks: send verification email AFTER replying → instant registration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asyncio loop: daily premium-expiry checker, started in lifespan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n8n (external cron): weekly alert dispatch + monthly Egypt CSV export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Rule: n8n is only a timer that calls the API — FastAPI does all the real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Celery + Redis broker — real infrastructure &amp; cost; unnecessary at this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8
</a:t>
            </a:r>
            <a:r>
              <a:rPr sz="2800" b="1">
                <a:solidFill>
                  <a:srgbClr val="FFFFFF"/>
                </a:solidFill>
                <a:latin typeface="Calibri"/>
              </a:rPr>
              <a:t>Service Abstraction (design pattern)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Code to an interface — like scikit-learn's .fit()/.predict(): any estimator is swappable.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81051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class PaymentService(ABC):          # the contract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  async def create_checkout_session(...): ...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class MockPaymentService(PaymentService): ...   # v1, no real money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def get_payment_service():          # factory — the only place that picks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50791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Full checkout → webhook → 'you're now premium' flow works with zero real money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Real Stripe / Paymob later = one new file, no route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Calling Stripe's SDK directly in routes — hard-wires a vendor &amp; breaks testability.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9
</a:t>
            </a:r>
            <a:r>
              <a:rPr sz="2800" b="1">
                <a:solidFill>
                  <a:srgbClr val="FFFFFF"/>
                </a:solidFill>
                <a:latin typeface="Calibri"/>
              </a:rPr>
              <a:t>Deployment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Local cooking vs opening the restaurant to the public.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Backend → Render, Frontend → Vercel, Database → Neon — all free tier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Infrastructure-as-code (render.yaml) — reproducible, reviewable deploys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Secrets in environment variables, never in git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Build script preps the kitchen: install → stats → RAG chapters → migrate → seed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Trade-off: free tier sleeps when idle → UptimeRobot ping every 14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A raw VM (manual ops), Kubernetes (over-engineered), serverless (bad at resident ML models).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THE MONEY SLIDE
</a:t>
            </a:r>
            <a:r>
              <a:rPr sz="2800" b="1">
                <a:solidFill>
                  <a:srgbClr val="FFFFFF"/>
                </a:solidFill>
                <a:latin typeface="Calibri"/>
              </a:rPr>
              <a:t>One Request,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2E"/>
                </a:solidFill>
                <a:latin typeface="Consolas"/>
              </a:rPr>
              <a:t>POST /api/v1/predictions/predict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647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465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Request arrives  —  </a:t>
            </a:r>
            <a:r>
              <a:rPr sz="1300">
                <a:solidFill>
                  <a:srgbClr val="334155"/>
                </a:solidFill>
                <a:latin typeface="Calibri"/>
              </a:rPr>
              <a:t>Router predict() in routers/predictions.py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219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037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Rate limit  —  </a:t>
            </a:r>
            <a:r>
              <a:rPr sz="1300">
                <a:solidFill>
                  <a:srgbClr val="334155"/>
                </a:solidFill>
                <a:latin typeface="Calibri"/>
              </a:rPr>
              <a:t>@limiter.limit('60/minute') — 429 if exceeded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791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609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Validate body  —  </a:t>
            </a:r>
            <a:r>
              <a:rPr sz="1300">
                <a:solidFill>
                  <a:srgbClr val="334155"/>
                </a:solidFill>
                <a:latin typeface="Calibri"/>
              </a:rPr>
              <a:t>Pydantic PredictRequest → 422 if bad, before my code runs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181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Authenticate + authorize  —  </a:t>
            </a:r>
            <a:r>
              <a:rPr sz="1300">
                <a:solidFill>
                  <a:srgbClr val="334155"/>
                </a:solidFill>
                <a:latin typeface="Calibri"/>
              </a:rPr>
              <a:t>require_subscriber: decode JWT, check role → 401/403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935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3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Into the service layer  —  </a:t>
            </a:r>
            <a:r>
              <a:rPr sz="1300">
                <a:solidFill>
                  <a:srgbClr val="334155"/>
                </a:solidFill>
                <a:latin typeface="Calibri"/>
              </a:rPr>
              <a:t>predictor_service.run_prediction_for_request()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507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325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Run the model  —  </a:t>
            </a:r>
            <a:r>
              <a:rPr sz="1300">
                <a:solidFill>
                  <a:srgbClr val="334155"/>
                </a:solidFill>
                <a:latin typeface="Calibri"/>
              </a:rPr>
              <a:t>predictor.predict() — model already in RAM + SHAP top-3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262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897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Persist to database  —  </a:t>
            </a:r>
            <a:r>
              <a:rPr sz="1300">
                <a:solidFill>
                  <a:srgbClr val="334155"/>
                </a:solidFill>
                <a:latin typeface="Calibri"/>
              </a:rPr>
              <a:t>db.add(Prediction) → await db.commit()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651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469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Augment with RAG  —  </a:t>
            </a:r>
            <a:r>
              <a:rPr sz="1300">
                <a:solidFill>
                  <a:srgbClr val="334155"/>
                </a:solidFill>
                <a:latin typeface="Calibri"/>
              </a:rPr>
              <a:t>6 recommendations via Groq (DB fallback if down)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406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223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4041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Serialize &amp; reply  —  </a:t>
            </a:r>
            <a:r>
              <a:rPr sz="1300">
                <a:solidFill>
                  <a:srgbClr val="334155"/>
                </a:solidFill>
                <a:latin typeface="Calibri"/>
              </a:rPr>
              <a:t>200 OK + PredictionResponse JSON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97880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795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8613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(If Critical) alerts  —  </a:t>
            </a:r>
            <a:r>
              <a:rPr sz="1300">
                <a:solidFill>
                  <a:srgbClr val="334155"/>
                </a:solidFill>
                <a:latin typeface="Calibri"/>
              </a:rPr>
              <a:t>fan out via BackgroundTasks — AFTER the reply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 Engineering Decisions &amp; Trade-offs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46888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Chosen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API framework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Flask / Django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Free validation + docs, async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Concurrency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async, 1 process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Celery / workers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Fits 512 MB free tier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RAG retrieval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Chapter + Groq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ChromaDB vectors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PyTorch OOM'd the host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Stateless JWT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Server sessions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Scales across split apps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Model serving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In-process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Model server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Cheaper, simpler, fast enough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Mock behind ABC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Real Stripe now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v1 needs no money; easy swap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2E"/>
                </a:solidFill>
                <a:latin typeface="Calibri"/>
              </a:rPr>
              <a:t>Every choice optimized for a single-developer, zero-cost, memory-constrained 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Challenges I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Memory: SHAP pkl (109 MB → ~300 MB in RAM) → rebuilt from in-memory model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Memory: vector-RAG stack (~2 GB) → chapter-based Groq pipeline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Cloud DB quirks: Neon SSL params rejected by async driver → stripped + ssl=True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Security discipline: verify webhook signature BEFORE any DB write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Resilience: a RAG failure can never 500 a prediction (wrapped + DB fallback)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Big models + git: download .pkl from HuggingFace at startup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Honest Engineering — Portfolio vs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6A34A"/>
                </a:solidFill>
                <a:latin typeface="Calibri"/>
              </a:rPr>
              <a:t>Production-grade here: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Centralized permissions · migrations · graceful degradation · infra-as-code · ~190 automated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9E0B"/>
                </a:solidFill>
                <a:latin typeface="Calibri"/>
              </a:rPr>
              <a:t>Conscious shortcuts (with an upgrade path):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JWT can't be instantly revoked → short 30-min expiry mitigates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BackgroundTasks lost on restart → fine at this scale; Celery later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In-process model serving → split out if traffic grows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Mock payments → swap-in real provider via the existing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1">
                <a:solidFill>
                  <a:srgbClr val="0B3D2E"/>
                </a:solidFill>
                <a:latin typeface="Calibri"/>
              </a:rPr>
              <a:t>Knowing what you traded away is the engineering — not a weakness.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16A34A"/>
                </a:solidFill>
                <a:latin typeface="Calibri"/>
              </a:rPr>
              <a:t>•  Live in production: safeearth.tech + api.safeearth.tech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9-table relational schema, fully migrated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~30 endpoints, all validated &amp; role-gated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ML serving within a 2–5 s latency budget on a 512 MB host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RAG + LLM recommendations with DB fallback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Automated alerts via scheduled n8n → API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~190 automated backend tests (pytest)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Replace mock payments with real Stripe / Paymob (1-file swap, interface in place)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Re-introduce vector RAG on a larger-memory tier for finer retrieval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Add a task queue (Celery) for retries + at-least-once email delivery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Token revocation / refresh-token blacklist on logout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Computer-vision disaster classification (deferred v2)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100" b="1">
                <a:solidFill>
                  <a:srgbClr val="0B3D2E"/>
                </a:solidFill>
                <a:latin typeface="Calibri"/>
              </a:rPr>
              <a:t>•  A backend is model.predict() made safe, repeatable, and always-on for strangers.</a:t>
            </a:r>
          </a:p>
          <a:p>
            <a:pPr>
              <a:spcAft>
                <a:spcPts val="2200"/>
              </a:spcAft>
            </a:pPr>
            <a:r>
              <a:rPr sz="2100" b="0">
                <a:solidFill>
                  <a:srgbClr val="334155"/>
                </a:solidFill>
                <a:latin typeface="Calibri"/>
              </a:rPr>
              <a:t>•  Validation, auth, persistence, and serving close the notebook-to-product gap.</a:t>
            </a:r>
          </a:p>
          <a:p>
            <a:pPr>
              <a:spcAft>
                <a:spcPts val="2200"/>
              </a:spcAft>
            </a:pPr>
            <a:r>
              <a:rPr sz="2100" b="0">
                <a:solidFill>
                  <a:srgbClr val="334155"/>
                </a:solidFill>
                <a:latin typeface="Calibri"/>
              </a:rPr>
              <a:t>•  Good engineering = matching tools to real constraints — and degrading gracefully.</a:t>
            </a:r>
          </a:p>
          <a:p>
            <a:pPr>
              <a:spcAft>
                <a:spcPts val="2200"/>
              </a:spcAft>
            </a:pPr>
            <a:r>
              <a:rPr sz="2100" b="0">
                <a:solidFill>
                  <a:srgbClr val="334155"/>
                </a:solidFill>
                <a:latin typeface="Calibri"/>
              </a:rPr>
              <a:t>•  Every trade-off was deliberate, documented, and reversible.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Thank You  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6A34A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SafeEarth Intelligence — FastAPI · PostgreSQL · XGBoost · RAG (Groq)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Full technical deep-dive: docs/BACKEND_EXPLAINED.md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safeearth.tech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