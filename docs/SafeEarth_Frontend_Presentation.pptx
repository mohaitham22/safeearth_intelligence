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backend gives me a model behind an API that returns JSON. This talk is the other half: how a flood-zone resident who will NEVER open a notebook actually uses that model. The frontend is the difference between a chart in a notebook and an app anyone can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frontend's entire job is translation: machine output to something a human acts on. This is a product problem, not a decoration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this: in a notebook you are in control; in a frontend the user is. The code is event-driven, not start-to-finish.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big ideas: (1) some pages are pre-built on a server — fast, no spinner; (2) interactive parts come alive only in the browser. Analytics is server-rendered; the Leaflet map is browser-only because Leaflet needs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the talk for a data-science audience. The mental model: change a variable, the UI reconciles itself. You never imperatively redraw.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this slowly, naming the real file at each hop. This is where it clicks. If short on time, cut a component slide — NOT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this audience this is the slide that makes everything land. Pause on it. Invite them to map any frontend term onto something they already do daily.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maturity is not 'I used the trendiest tool' but 'I matched tools to constraints and I know the trade-offs.'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Likely Qs: Why server+client split? (speed + SEO for content; interactivity only where needed). Why no Redux/Query? (app state is small; component state + a token bridge suffice). Is the frontend the security boundary? (No — UX only; backend Depends() re-checks every request). Why Leaflet over Mapbox? (free, no API key/billing). Heatmap vs markers? (markers guarantee color = one risk level).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🌍  SafeEarth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Turning JSON Into a Product People Can Use</a:t>
            </a:r>
          </a:p>
          <a:p>
            <a:pPr algn="ctr"/>
            <a:r>
              <a:rPr sz="2000" b="0">
                <a:solidFill>
                  <a:srgbClr val="CBD5E1"/>
                </a:solidFill>
                <a:latin typeface="Calibri"/>
              </a:rPr>
              <a:t>The Frontend — How the Model Reaches Real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Mohamed Haitham  ·  University Presentation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Next.js 14 · React · TypeScript · Tailwind · Leaflet · Recharts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1">
                <a:solidFill>
                  <a:srgbClr val="0B3D2E"/>
                </a:solidFill>
                <a:latin typeface="Calibri"/>
              </a:rPr>
              <a:t>A trained model + API returns JSON — and nobody outside the team reads JSON.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{ "disaster_type": "Flood", "probability_score": 0.44, ... }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 prediction locked behind a curl command helps exactly one person.</a:t>
            </a:r>
          </a:p>
          <a:p>
            <a:pPr>
              <a:spcAft>
                <a:spcPts val="1600"/>
              </a:spcAft>
            </a:pPr>
            <a:r>
              <a:rPr sz="2000" b="1">
                <a:solidFill>
                  <a:srgbClr val="F59E0B"/>
                </a:solidFill>
                <a:latin typeface="Calibri"/>
              </a:rPr>
              <a:t>•  A notebook chart helps me; a deployed app helps everyone.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937760"/>
            <a:ext cx="11064240" cy="1280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2563EB"/>
                </a:solidFill>
                <a:latin typeface="Calibri"/>
              </a:rPr>
              <a:t>Goal: </a:t>
            </a:r>
            <a:r>
              <a:rPr sz="1900">
                <a:solidFill>
                  <a:srgbClr val="334155"/>
                </a:solidFill>
                <a:latin typeface="Calibri"/>
              </a:rPr>
              <a:t>take JSON from the backend and paint it as a map, a severity badge, a chart, a PDF — and let a stranger ask for more without seeing a single brace.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What the Frontend Delivers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Risk map — click anywhere on Earth → a live disaster prediction (/map)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Global analytics — trends, continent comparison, insurance gap, time series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Prediction dashboard — location → severity, probability, impact + SHAP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30-day forecast — day-by-day risk calendar + trend line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Accounts &amp; alerts — register, verify, log in, subscribe to regions</a:t>
            </a:r>
          </a:p>
          <a:p>
            <a:pPr>
              <a:spcAft>
                <a:spcPts val="13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Premium — checkout flow + downloadable PDF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6875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Calibri"/>
              </a:rPr>
              <a:t>17 routes, one Next.js app. Each feature = fetch JSON from the backend, render it for a human.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Mental Shift: Notebook → Web App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1732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5943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In a notebook (you)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  <a:latin typeface="Calibri"/>
                        </a:rPr>
                        <a:t>In a web app (the user)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You run cells top to bottom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The USER decides what runs, by clicking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Output prints once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UI must re-render whenever data changes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You trust your own inputs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Every input must be validated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One person — you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Many strangers, concurrently, 24/7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B3D2E"/>
                          </a:solidFill>
                          <a:latin typeface="Calibri"/>
                        </a:rPr>
                        <a:t>plt.show()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>
                          <a:solidFill>
                            <a:srgbClr val="334155"/>
                          </a:solidFill>
                          <a:latin typeface="Calibri"/>
                        </a:rPr>
                        <a:t>A live, interactive, navigable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B3D2E"/>
                </a:solidFill>
                <a:latin typeface="Calibri"/>
              </a:rPr>
              <a:t>The hard part isn't syntax — control inverts. Your code must be ready to react at any moment.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Restaurant Analogy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334155"/>
                </a:solidFill>
                <a:latin typeface="Calibri"/>
              </a:rPr>
              <a:t>Backend = the kitchen (does the work, unseen).  Frontend = the dining room (menu, tables, waiter).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8308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Web term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Plain meaning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Data-science analogy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HTML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Structure — headings, buttons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 figure's axes &amp; labels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CSS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Styling — color, spacing, layout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plt.style / seaborn theme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JavaScript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Behavior — clicks, typing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Code that re-runs a cell on input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The DOM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Live in-memory tree of the page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 mutable figure you edit piece-by-piece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Rendering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Turning code/data into pixels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plt.show() — but it fires many times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64748B"/>
                </a:solidFill>
                <a:latin typeface="Calibri"/>
              </a:rPr>
              <a:t>A great kitchen with no dining room is just a notebook — only the cook can use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3017520"/>
            <a:ext cx="2103120" cy="9144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User's
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880360" y="1371600"/>
            <a:ext cx="2103120" cy="640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3D2E"/>
                </a:solidFill>
                <a:latin typeface="Calibri"/>
              </a:rPr>
              <a:t>middleware.ts
(auth gate)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2240280"/>
            <a:ext cx="4937760" cy="34747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B3D2E"/>
                </a:solidFill>
                <a:latin typeface="Calibri"/>
              </a:rPr>
              <a:t>Next.js app  (Vercel)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2743200"/>
            <a:ext cx="4572000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Server Components
built on server → finished HTML
(home, analytics)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3794760"/>
            <a:ext cx="4572000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Client Components
run in browser, interactive
(map, dashboard, nav)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4846320"/>
            <a:ext cx="4572000" cy="64008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axios  (lib/api.ts → endpoints.ts)
JWT auto-attached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83879" y="2377440"/>
            <a:ext cx="3474720" cy="73152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FastAPI backend (Render)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291840"/>
            <a:ext cx="3474720" cy="7315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XGBoost · RAG · EM-DAT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4206240"/>
            <a:ext cx="3474720" cy="73152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PostgreSQL (Neon)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26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34155"/>
                </a:solidFill>
                <a:latin typeface="Calibri"/>
              </a:rPr>
              <a:t>Server-rendered pages arrive instantly; interactive parts boot in the browser and fetch JSON on demand.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Tech Stack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36576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One-line job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Where in the repo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Next.js 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Framework: routing + server rendering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whole frontend/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React 18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Build UI from reusable components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every .tsx file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TypeScript (strict)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JS + enforced types; backend contract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frontend/types/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Tailwind v3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Styling via utility classes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tailwind.config.ts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NextAuth v5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Login / session in a secure cookie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auth.ts, middleware.ts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Axios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HTTP client to the backend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lib/api.ts, lib/endpoints.ts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Leaflet + react-leaflet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Interactive maps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components/RiskMap.tsx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Recharts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Charts (line / bar / composed)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components/analytics/*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next-pwa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Installable + offline cache (5 GETs)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next.config.js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F59E0B"/>
                </a:solidFill>
                <a:latin typeface="Calibri"/>
              </a:rPr>
              <a:t>Deliberately NOT here: no TanStack Query/SWR, no react-hook-form/zod, no shadcn/Radix — hand-built (covered later).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1
</a:t>
            </a:r>
            <a:r>
              <a:rPr sz="2800" b="1">
                <a:solidFill>
                  <a:srgbClr val="FFFFFF"/>
                </a:solidFill>
                <a:latin typeface="Calibri"/>
              </a:rPr>
              <a:t>React + Next.js (the framework)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 React component is a reusable plotting function that returns UI instead of a figure.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81051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export function SeverityBadge({ level }: { level: SeverityLevel }) {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const cls = SEVERITY_CLASSES[level] ?? SEVERITY_CLASSES.Low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return &lt;span className={`... ${cls}`}&gt;{S(`severity.${level}`)}&lt;/span&gt;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50791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Props = function arguments (read-only). State = a variable that, when changed, re-renders.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JSX = the HTML-looking syntax describing what to draw.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React draws components; Next.js adds routing, servers, and deployment on 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plain React + Vite (hand-wire routing/SSR), Remix, Vue/Svelte — Next.js is the lowest-friction path to a real, deployable 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2
</a:t>
            </a:r>
            <a:r>
              <a:rPr sz="2800" b="1">
                <a:solidFill>
                  <a:srgbClr val="FFFFFF"/>
                </a:solidFill>
                <a:latin typeface="Calibri"/>
              </a:rPr>
              <a:t>Routing — the App Router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The folder structure literally IS the routing table. A folder map/ with page.tsx = the /map route.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Route groups in (parentheses) organize without changing the URL: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(public)/ → home, map, analytics, pricing, forecast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(auth)/ → login, register, verify-email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334155"/>
                </a:solidFill>
                <a:latin typeface="Calibri"/>
              </a:rPr>
              <a:t>–  (protected)/ → dashboard, admin  (gated by middleware)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layout.tsx = shared shell · loading.tsx = automatic skeleton.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the older Pages Router (legacy) and React Router (means leaving Next.js). Only the App Router supports Server Components.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3
</a:t>
            </a:r>
            <a:r>
              <a:rPr sz="2800" b="1">
                <a:solidFill>
                  <a:srgbClr val="FFFFFF"/>
                </a:solidFill>
                <a:latin typeface="Calibri"/>
              </a:rPr>
              <a:t>Server vs Client Components &amp; Rendering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B3D2E"/>
                </a:solidFill>
                <a:latin typeface="Calibri"/>
              </a:rPr>
              <a:t>Server Component = a cell run once on a server, you get the output.  Client Component ("use client") = an interactive widget in the browser.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334155"/>
                </a:solidFill>
                <a:latin typeface="Calibri"/>
              </a:rPr>
              <a:t>•  Rule of thumb: display-only → Server; anything the user touches → Client.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6060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72000"/>
                <a:gridCol w="46634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Strategy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Plain meaning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Where we use it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ISR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Static page, auto-refreshed every N sec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analytics (revalidate=86400), home (3600)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CSR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Built live in the browser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the Leaflet map — dynamic(..., {ssr:false})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SSG / SSR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Prebuilt at deploy / per request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most of ~17 routes prerendered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120640"/>
            <a:ext cx="11064240" cy="10972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Why it matters:  </a:t>
            </a:r>
            <a:r>
              <a:rPr sz="1500">
                <a:solidFill>
                  <a:srgbClr val="334155"/>
                </a:solidFill>
                <a:latin typeface="Calibri"/>
              </a:rPr>
              <a:t>analytics renders on the server from precomputed JSON — zero runtime DB queries. The map is forced browser-only because Leaflet needs `window`, which a server doesn't have.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4
</a:t>
            </a:r>
            <a:r>
              <a:rPr sz="2800" b="1">
                <a:solidFill>
                  <a:srgbClr val="FFFFFF"/>
                </a:solidFill>
                <a:latin typeface="Calibri"/>
              </a:rPr>
              <a:t>TypeScript — the contract with the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TypeScript = JavaScript with enforced types — like mypy turned on and blocking.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25786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239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interface PredictionResult {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disaster_type: DisasterType            // one of 8 literals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probability_score: number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severity_level: "Low"|"Medium"|"High"|"Critical"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risk_score: number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18888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frontend/types/ is a 1:1 mirror of the backend's Pydantic schemas.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A renamed/missing backend field → a red squiggle at edit time, not a runtime crash for a user.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plain JavaScript — a backend rename would silently break the UI with no warning.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5
</a:t>
            </a:r>
            <a:r>
              <a:rPr sz="2800" b="1">
                <a:solidFill>
                  <a:srgbClr val="FFFFFF"/>
                </a:solidFill>
                <a:latin typeface="Calibri"/>
              </a:rPr>
              <a:t>Styling with Tailwind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CSS = how things look. Tailwind = "utility-first": compose tiny classes on the element itself.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4264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&lt;div className="rounded-xl border border-slate-200 bg-white p-5"&gt;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&lt;div className="text-3xl font-bold text-slate-900"&gt;{value}&lt;/div&gt;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&lt;/div&gt;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66744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p-5 padding · rounded-xl corners · text-slate-900 color · border.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DS analogy: like passing color=, linewidth=, alpha= inline on every plot call.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Custom severity palette (green→yellow→orange→red), shared with the map's risk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plain CSS / CSS Modules (naming + file-hopping) and CSS-in-JS (runtime cost, awkward with Server Components).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6
</a:t>
            </a:r>
            <a:r>
              <a:rPr sz="2800" b="1">
                <a:solidFill>
                  <a:srgbClr val="FFFFFF"/>
                </a:solidFill>
                <a:latin typeface="Calibri"/>
              </a:rPr>
              <a:t>State &amp; Interactivity (hooks)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State = a variable that, when changed, auto-re-runs the cell that displays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4264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const [points, setPoints] = useState&lt;RiskMapPoint[]&gt;([])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useEffect(() =&gt; { endpoints.regions.riskMap().then(setPoints) }, [])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const filtered = useMemo(() =&gt; points.filter(...), [points, filterType])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66744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useState → changeable data.  useEffect(fn,[deps]) → side-effect when inputs change ([] = run-once __init__).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useMemo ≈ lru_cache for a derived value.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•  Pick "Flood" → setFilterType("Flood") → re-render → map redraws. You never wrote "redraw".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TanStack Query / SWR — we hand-roll loading/error/result with useState. Simple enough now; the first thing I'd add if it grew.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7
</a:t>
            </a:r>
            <a:r>
              <a:rPr sz="2800" b="1">
                <a:solidFill>
                  <a:srgbClr val="FFFFFF"/>
                </a:solidFill>
                <a:latin typeface="Calibri"/>
              </a:rPr>
              <a:t>Talking to the Backend (Axios)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Two Axios instances + typed wrappers — the rest of the app never writes a raw URL.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426464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243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predict: (body, client = apiClient) =&gt;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client.post&lt;PredictionResult&gt;("/predictions/predict", body)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      .then(r =&gt; r.data)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66744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api → Server Components (public, no token).  apiClient → Client Components.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apiClient interceptor auto-attaches the JWT from the NextAuth session.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 response interceptor normalizes every failure to one shape: ApiError {status, detail, original}.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lib/endpoints.ts = one typed function per route.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scattered raw fetch() calls — centralizing gives one place for auth headers, timeouts, and error normalization.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8
</a:t>
            </a:r>
            <a:r>
              <a:rPr sz="2800" b="1">
                <a:solidFill>
                  <a:srgbClr val="FFFFFF"/>
                </a:solidFill>
                <a:latin typeface="Calibri"/>
              </a:rPr>
              <a:t>Authentication (NextAuth + middleware)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Authn = who are you (a signed JWT).  Authz = what may you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Backend tokens live inside the NextAuth JWT, stored in an HttpOnly cookie — JS can't read it. Never localStorage.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Access token expires in 30 min → the JWT callback proactively refreshes 60s early. User never notices.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middleware.ts guards /dashboard, /admin, … → redirect if not allowed.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Golden rule: middleware is UX only — the backend Depends() guards are the real boundary.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rolling our own cookie/refresh (security-sensitive) and Clerk/Auth0 (cost + duplicates our Postgres users).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9
</a:t>
            </a:r>
            <a:r>
              <a:rPr sz="2800" b="1">
                <a:solidFill>
                  <a:srgbClr val="FFFFFF"/>
                </a:solidFill>
                <a:latin typeface="Calibri"/>
              </a:rPr>
              <a:t>Maps (Leaflet)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react-leaflet = folium for the browser: coordinates → clickable markers + popups, free OSM tiles, no API key.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RiskMap.tsx: fetch /regions/risk-map → render each point as a CircleMarker colored by risk band.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Hover → tooltip (precomputed, no network).  Click → live prediction (logged-in) or sign-up CTA (guest).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F59E0B"/>
                </a:solidFill>
                <a:latin typeface="Calibri"/>
              </a:rPr>
              <a:t>•  Honest: leaflet.heat is still a dependency but UNUSED — discrete markers guarantee color = exactly one risk level.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Mapbox / Google Maps — both need an API key + billing. Leaflet + OpenStreetMap is genuinely free (a hard requirement here).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COMPONENT 10
</a:t>
            </a:r>
            <a:r>
              <a:rPr sz="2800" b="1">
                <a:solidFill>
                  <a:srgbClr val="FFFFFF"/>
                </a:solidFill>
                <a:latin typeface="Calibri"/>
              </a:rPr>
              <a:t>Charts (Recharts)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B3D2E"/>
                </a:solidFill>
                <a:latin typeface="Calibri"/>
              </a:rPr>
              <a:t>Recharts ≈ matplotlib / plotly, but interactive and in the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11064240" cy="181051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103120"/>
            <a:ext cx="107899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7EE7B0"/>
                </a:solidFill>
                <a:latin typeface="Consolas"/>
              </a:rPr>
              <a:t>const rows = days.map(d =&gt; ({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day: d.forecast_day_offset + 1,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  probability_pct: +(d.probability_score * 100).toFixed(1),</a:t>
            </a:r>
          </a:p>
          <a:p>
            <a:r>
              <a:rPr sz="1300">
                <a:solidFill>
                  <a:srgbClr val="7EE7B0"/>
                </a:solidFill>
                <a:latin typeface="Consolas"/>
              </a:rPr>
              <a:t>}))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50791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Describe the chart as components, feed it data rows — data prep is pure DS muscle memory.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Used for: forecast line chart, analytics bars, and a ComposedChart with a client-side linear regression.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334155"/>
                </a:solidFill>
                <a:latin typeface="Calibri"/>
              </a:rPr>
              <a:t>•  Slope → Increasing / Decreasing / Stable: np.polyfit overlaid in the browser.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09904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563EB"/>
                </a:solidFill>
                <a:latin typeface="Calibri"/>
              </a:rPr>
              <a:t>Chose over: </a:t>
            </a:r>
            <a:r>
              <a:rPr sz="1500">
                <a:solidFill>
                  <a:srgbClr val="334155"/>
                </a:solidFill>
                <a:latin typeface="Calibri"/>
              </a:rPr>
              <a:t>D3 (too low-level — hand-build axes), Chart.js (canvas, less React-idiomatic), Plotly (heavier).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6A34A"/>
                </a:solidFill>
                <a:latin typeface="Calibri"/>
              </a:rPr>
              <a:t>THE MONEY SLIDE
</a:t>
            </a:r>
            <a:r>
              <a:rPr sz="2800" b="1">
                <a:solidFill>
                  <a:srgbClr val="FFFFFF"/>
                </a:solidFill>
                <a:latin typeface="Calibri"/>
              </a:rPr>
              <a:t>One Screen,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2E"/>
                </a:solidFill>
                <a:latin typeface="Calibri"/>
              </a:rPr>
              <a:t>A logged-in user opens /map and clicks a Flood marker: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647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465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URL → gate  —  </a:t>
            </a:r>
            <a:r>
              <a:rPr sz="1300">
                <a:solidFill>
                  <a:srgbClr val="334155"/>
                </a:solidFill>
                <a:latin typeface="Calibri"/>
              </a:rPr>
              <a:t>middleware.ts: /map is public → passes through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219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037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Server shell  —  </a:t>
            </a:r>
            <a:r>
              <a:rPr sz="1300">
                <a:solidFill>
                  <a:srgbClr val="334155"/>
                </a:solidFill>
                <a:latin typeface="Calibri"/>
              </a:rPr>
              <a:t>map/page.tsx (Server Component) renders Nav + 'Loading map…'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791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6609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Browser-only boot  —  </a:t>
            </a:r>
            <a:r>
              <a:rPr sz="1300">
                <a:solidFill>
                  <a:srgbClr val="334155"/>
                </a:solidFill>
                <a:latin typeface="Calibri"/>
              </a:rPr>
              <a:t>dynamic({ssr:false}) loads RiskMap.tsx (Leaflet needs window)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546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363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181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Fetch points  —  </a:t>
            </a:r>
            <a:r>
              <a:rPr sz="1300">
                <a:solidFill>
                  <a:srgbClr val="334155"/>
                </a:solidFill>
                <a:latin typeface="Calibri"/>
              </a:rPr>
              <a:t>useEffect → endpoints.regions.riskMap() → setPoints → markers paint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5935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753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Click marker  —  </a:t>
            </a:r>
            <a:r>
              <a:rPr sz="1300">
                <a:solidFill>
                  <a:srgbClr val="334155"/>
                </a:solidFill>
                <a:latin typeface="Calibri"/>
              </a:rPr>
              <a:t>setPending({lat, lon, 'Flood'}) → &lt;Popup&gt; opens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507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0325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Live predict  —  </a:t>
            </a:r>
            <a:r>
              <a:rPr sz="1300">
                <a:solidFill>
                  <a:srgbClr val="334155"/>
                </a:solidFill>
                <a:latin typeface="Calibri"/>
              </a:rPr>
              <a:t>endpoints.predictions.predict(...) via apiClient — JWT auto-attached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5262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5079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897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JSON → UI  —  </a:t>
            </a:r>
            <a:r>
              <a:rPr sz="1300">
                <a:solidFill>
                  <a:srgbClr val="334155"/>
                </a:solidFill>
                <a:latin typeface="Calibri"/>
              </a:rPr>
              <a:t>setResult → re-render → SeverityBadge + probability + risk score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983480"/>
            <a:ext cx="457200" cy="3840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965192"/>
            <a:ext cx="457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46904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3D2E"/>
                </a:solidFill>
                <a:latin typeface="Calibri"/>
              </a:rPr>
              <a:t>On error  —  </a:t>
            </a:r>
            <a:r>
              <a:rPr sz="1300">
                <a:solidFill>
                  <a:srgbClr val="334155"/>
                </a:solidFill>
                <a:latin typeface="Calibri"/>
              </a:rPr>
              <a:t>429 → rate-limit msg, 401 → sign-in msg (from lib/strings.ts)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6A34A"/>
                </a:solidFill>
                <a:latin typeface="Calibri"/>
              </a:rPr>
              <a:t>Every interactive screen is this loop:  URL → middleware → server shell → client component → fetch → state → re-render → pixels.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The Data-Scientist Translation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65836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Frontend concept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Closest data-science equivalent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Reusable plotting function returning UI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Props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Function arguments (read-only)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State (useState)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 variable that re-runs the cell when it changes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useEffect(fn,[deps])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Callback fired when watched inputs change ([] = __init__)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Re-render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plt.show() firing again automatically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Server Component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 cell run once on a server; you get the output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TypeScript types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mypy + Pydantic schemas as a backend contract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Axios + endpoints.ts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 typed requests wrapper, one fn per endpoint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JSON from the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A record / DataFrame you render to the screen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3D2E"/>
                          </a:solidFill>
                          <a:latin typeface="Calibri"/>
                        </a:rPr>
                        <a:t>Recharts / Leaflet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334155"/>
                          </a:solidFill>
                          <a:latin typeface="Calibri"/>
                        </a:rPr>
                        <a:t>matplotlib·plotly / folium — in the browser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Engineering Decisions &amp; Trade-offs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651760"/>
                <a:gridCol w="3840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Decision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Chosen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Over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0B3D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Next.js 14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Vite / Remix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SSR + routing + deploy, free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Public pages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ISR (revalidate)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live SSR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Precomputed JSON; 0 runtime DB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Leaflet + OSM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Mapbox / Google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No API key, no billing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Map render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Discrete markers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Heatmap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Color = exactly one risk level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Charts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Recharts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D3 / Chart.js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Declarative, React-idiomatic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NextAuth JWT cookie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Roll-your-own / Auth0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Secure, free, fits backend</a:t>
                      </a:r>
                    </a:p>
                  </a:txBody>
                  <a:tcPr marL="73152" marR="73152" marT="27432" marB="27432" anchor="ctr">
                    <a:solidFill>
                      <a:srgbClr val="F1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B3D2E"/>
                          </a:solidFill>
                          <a:latin typeface="Calibri"/>
                        </a:rPr>
                        <a:t>Types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TS strict, mirror API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plain JS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334155"/>
                          </a:solidFill>
                          <a:latin typeface="Calibri"/>
                        </a:rPr>
                        <a:t>Compile-time contract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3D2E"/>
                </a:solidFill>
                <a:latin typeface="Calibri"/>
              </a:rPr>
              <a:t>Theme: match tools to a single-developer, zero-cost constraint — and know what each choice trades away.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Honest Engineering: What We Left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59E0B"/>
                </a:solidFill>
                <a:latin typeface="Calibri"/>
              </a:rPr>
              <a:t>Deliberately NOT added — portfolio-scale choices, each with an upgrade path: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 data-fetching library (TanStack Query/SWR) → hand-rolled loading/error in each useEffect.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Upgrade: add Query for caching, retries, request dedup.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 form library (react-hook-form/zod) → plain useState + minimal manual validation.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Upgrade: zod mirrors Pydantic nicely.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No component library (shadcn/Radix) or icon pack → hand-built Tailwind atoms.</a:t>
            </a:r>
          </a:p>
          <a:p>
            <a:pPr lvl="1">
              <a:spcAft>
                <a:spcPts val="7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–  Upgrade: shadcn (= Radix + Tailwind) for accessible primitives.</a:t>
            </a:r>
          </a:p>
          <a:p>
            <a:pPr>
              <a:spcAft>
                <a:spcPts val="700"/>
              </a:spcAft>
            </a:pPr>
            <a:r>
              <a:rPr sz="1600" b="0">
                <a:solidFill>
                  <a:srgbClr val="334155"/>
                </a:solidFill>
                <a:latin typeface="Calibri"/>
              </a:rPr>
              <a:t>•  leaflet.heat dependency is now unused → remove.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1">
                <a:solidFill>
                  <a:srgbClr val="0B3D2E"/>
                </a:solidFill>
                <a:latin typeface="Calibri"/>
              </a:rPr>
              <a:t>Knowing what you traded away is the engineering — not a weakness.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900" b="1">
                <a:solidFill>
                  <a:srgbClr val="16A34A"/>
                </a:solidFill>
                <a:latin typeface="Calibri"/>
              </a:rPr>
              <a:t>•  Live in production: safeearth.tech (Vercel) ↔ api.safeearth.tech (Render)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17 routes, mostly prerendered (static / ISR) — fast first paint, free hosting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Full auth flow: register → verify → login → role-aware UI, JWT auto-refresh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Interactive risk map, 4-tab analytics, prediction dashboard, 30-day forecast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TypeScript strict; types mirror the backend 1:1; zero hardcoded UI strings (i18n-ready)</a:t>
            </a:r>
          </a:p>
          <a:p>
            <a:pPr>
              <a:spcAft>
                <a:spcPts val="1500"/>
              </a:spcAft>
            </a:pPr>
            <a:r>
              <a:rPr sz="1900" b="0">
                <a:solidFill>
                  <a:srgbClr val="334155"/>
                </a:solidFill>
                <a:latin typeface="Calibri"/>
              </a:rPr>
              <a:t>•  PWA: installable + offline caching of public read-only endpoints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Adopt TanStack Query for caching, retries, and request dedup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Add react-hook-form + zod for richer, schema-validated forms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Bring in shadcn/ui (Radix) for accessible dialogs/menus + keyboard support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Multi-line forecast chart (needs a backend endpoint returning all 8 type probabilities)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Remove the dead leaflet.heat dependency; audit accessibility (a11y) end-to-end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0B3D2E"/>
                </a:solidFill>
                <a:latin typeface="Calibri"/>
              </a:rPr>
              <a:t>•  The frontend turns JSON into something a human can act on — notebook vs product.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Server-by-default, interactive-where-needed keeps it fast and cheap.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One contract end to end: TS types mirror the backend, so mismatches fail at compile time.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Every screen is the same loop: URL → gate → render → fetch → state → re-render.</a:t>
            </a:r>
          </a:p>
          <a:p>
            <a:pPr>
              <a:spcAft>
                <a:spcPts val="2000"/>
              </a:spcAft>
            </a:pPr>
            <a:r>
              <a:rPr sz="2000" b="0">
                <a:solidFill>
                  <a:srgbClr val="334155"/>
                </a:solidFill>
                <a:latin typeface="Calibri"/>
              </a:rPr>
              <a:t>•  Every trade-off was deliberate, documented, and reversible.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Thank You  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563EB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SafeEarth Intelligence — Next.js · React · TypeScript · Tailwind · Leaflet · Recharts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Full technical deep-dive: docs/FRONTEND_EXPLAINED.md</a:t>
            </a:r>
          </a:p>
          <a:p>
            <a:pPr algn="ctr"/>
            <a:r>
              <a:rPr sz="1500">
                <a:solidFill>
                  <a:srgbClr val="94A3B8"/>
                </a:solidFill>
                <a:latin typeface="Calibri"/>
              </a:rPr>
              <a:t>safeearth.tech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